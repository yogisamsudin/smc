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4C666-7226-C5CD-52D4-DDE022327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B1E21-AB9D-6B36-3BE9-A35117D1D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3050D-63F5-9201-52F7-1BE21EB0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8B331-84D4-A47E-3BFA-17089501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B5259-D1C7-4C82-191D-263999E9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4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9581-1A2D-839C-0787-880B13D1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53BE9-FFAF-A1E6-09D8-CA3121FE1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5FC0B-1602-9026-B2EF-343FFE34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0EEF0-CC79-C68D-DA91-172EDC354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3FA28-66E9-768C-D2A8-2707A75A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0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8BD1-69BD-7321-643C-054D33648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568BB-5002-00AB-3CA5-305083307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949F3-D97C-1FB7-36FE-E6DC1F2E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0DE58-9804-F0D8-37CF-77A805E2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00FCA-DC81-BBCC-22F6-69491007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7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78FE-B7DA-CB1C-A821-8AA183AF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68EE-A35D-DE6F-1B19-1CE6DCD64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66D82-B016-F517-4861-D4406267F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4E7FA-9EF3-C9D7-7094-FBAEA33A7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F9FC6-F08D-8F44-91F9-E14C92109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63A13-9820-A392-5363-0F3E01FB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2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D2AB-AAA9-F03C-486F-76F22CB0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9F860-4530-C7C2-36A3-0859685E5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210FF-E86B-5AC9-9A3B-9B421E4F3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E25D2-62CC-B6CA-3E2F-0D40EE91C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1674C-8F03-E60F-D5BE-A6CACDD99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CAA1A3-740F-9350-F1D8-D510B037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C31C3-31F4-DA8D-4C69-33BFC110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A9B2E-FF26-EA69-1BB1-1333C7BA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3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AD85-071B-4330-74EB-1EB36400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CE474-3D0B-83C8-E49E-0BADA419A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6CC3A-E9BB-C921-6BBC-DC2B682DE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DE376-74AA-BC49-9147-2FD8AD43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0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60C51-62AF-C82F-110E-A241D22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BEC0C-46F8-8386-4A40-93CB80D7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DC0CC-4F18-FB13-C9EA-67C507C4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8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E4C5-3F5C-EEB2-E76B-0857D244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7263B-BA79-4844-9B15-981149CF9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0104D-169E-2F4F-D0AF-DE28B0F32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B6C97-BA0F-FDE9-F210-7882036B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DE913-AA54-D6BB-7D1F-603E304B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D995F-2419-E1A1-7CB4-879322BA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1C50-5731-87E7-60EE-D334C79A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2168F-7BE5-461D-BC2A-BE99ACD78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B521C-DC3B-C63D-FA8E-17A42F2E0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965D3-496C-8992-4662-278714B0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BAEDA-82C1-DE79-8320-1888FA6A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36F15-DF06-0EC7-6726-CF8818BA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9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392F-F7FF-E6B5-F738-6FB74FBA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CF539-9D14-D909-A0A0-D617604BE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8B5B5-762A-6552-1646-D646CB17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08F99-AB9B-D4C1-5D8B-57158335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9EA59-7F92-9527-A9E0-5ABECBAC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13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E26D3-E42B-807E-6D92-658E6D317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02116-0C26-8750-7C27-49326A6B6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78EA3-BDD8-7EC9-FF6E-F3A54B69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F2304-BAF6-3776-22D8-DA69645B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D8632-AEB2-A76B-C2C3-E88F27AD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411A1-F4AD-6DDE-A933-8F50B791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EA568-3D1C-4F4C-3DA3-E630419CA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15B4E-005F-BC1E-E556-8B6AA5D4A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FFACC-C5C0-44A1-B07E-CECA30E74A0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6FA31-05D6-59C4-0088-C07B40A71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E266-E561-5571-83A5-40B675136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A436-E473-4E3A-A809-02657B0C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9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E212EE-1580-FA27-EED4-A9ED5DE074D9}"/>
              </a:ext>
            </a:extLst>
          </p:cNvPr>
          <p:cNvSpPr/>
          <p:nvPr/>
        </p:nvSpPr>
        <p:spPr>
          <a:xfrm>
            <a:off x="6526192" y="696687"/>
            <a:ext cx="1280160" cy="670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03D239-E8C6-07F6-320E-9074407BF5F7}"/>
              </a:ext>
            </a:extLst>
          </p:cNvPr>
          <p:cNvSpPr/>
          <p:nvPr/>
        </p:nvSpPr>
        <p:spPr>
          <a:xfrm>
            <a:off x="9152024" y="696686"/>
            <a:ext cx="1942011" cy="670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COMPATIBILITY</a:t>
            </a:r>
          </a:p>
        </p:txBody>
      </p:sp>
      <p:sp>
        <p:nvSpPr>
          <p:cNvPr id="7" name="Double Brace 6">
            <a:extLst>
              <a:ext uri="{FF2B5EF4-FFF2-40B4-BE49-F238E27FC236}">
                <a16:creationId xmlns:a16="http://schemas.microsoft.com/office/drawing/2014/main" id="{FC3B8079-38D1-AAB4-92DC-8D2345EF58ED}"/>
              </a:ext>
            </a:extLst>
          </p:cNvPr>
          <p:cNvSpPr/>
          <p:nvPr/>
        </p:nvSpPr>
        <p:spPr>
          <a:xfrm>
            <a:off x="5815954" y="1724296"/>
            <a:ext cx="2699657" cy="240591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DEVICEID</a:t>
            </a:r>
          </a:p>
          <a:p>
            <a:pPr algn="ctr"/>
            <a:r>
              <a:rPr lang="en-US" dirty="0"/>
              <a:t>PARTNO</a:t>
            </a:r>
          </a:p>
          <a:p>
            <a:pPr algn="ctr"/>
            <a:r>
              <a:rPr lang="en-US" dirty="0"/>
              <a:t>KATEGORI</a:t>
            </a:r>
          </a:p>
          <a:p>
            <a:pPr algn="ctr"/>
            <a:r>
              <a:rPr lang="en-US" dirty="0"/>
              <a:t>DEVICENAME</a:t>
            </a:r>
          </a:p>
          <a:p>
            <a:pPr algn="ctr"/>
            <a:r>
              <a:rPr lang="en-US" dirty="0"/>
              <a:t>DEFPRICE</a:t>
            </a:r>
          </a:p>
          <a:p>
            <a:pPr algn="ctr"/>
            <a:r>
              <a:rPr lang="en-US" dirty="0"/>
              <a:t>DESCRIPTION</a:t>
            </a:r>
          </a:p>
          <a:p>
            <a:pPr algn="ctr"/>
            <a:r>
              <a:rPr lang="en-US" dirty="0"/>
              <a:t>COLLITEMSTS</a:t>
            </a:r>
          </a:p>
        </p:txBody>
      </p:sp>
      <p:sp>
        <p:nvSpPr>
          <p:cNvPr id="8" name="Double Brace 7">
            <a:extLst>
              <a:ext uri="{FF2B5EF4-FFF2-40B4-BE49-F238E27FC236}">
                <a16:creationId xmlns:a16="http://schemas.microsoft.com/office/drawing/2014/main" id="{DB7BA9AD-54CC-B1BA-BD9A-01BCF5E4604E}"/>
              </a:ext>
            </a:extLst>
          </p:cNvPr>
          <p:cNvSpPr/>
          <p:nvPr/>
        </p:nvSpPr>
        <p:spPr>
          <a:xfrm>
            <a:off x="8773199" y="2308942"/>
            <a:ext cx="2699657" cy="1236619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DEVICEID</a:t>
            </a:r>
          </a:p>
          <a:p>
            <a:pPr algn="ctr"/>
            <a:r>
              <a:rPr lang="en-US" dirty="0"/>
              <a:t>COMPATDEVICEID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8CB81E5-9CDB-DB29-95FE-ED6188AD72F8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806352" y="1031966"/>
            <a:ext cx="1345672" cy="1"/>
          </a:xfrm>
          <a:prstGeom prst="bentConnector3">
            <a:avLst/>
          </a:prstGeom>
          <a:ln w="9525"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A033FD-ECE5-8EFD-8E7C-BF1090943D23}"/>
              </a:ext>
            </a:extLst>
          </p:cNvPr>
          <p:cNvSpPr/>
          <p:nvPr/>
        </p:nvSpPr>
        <p:spPr>
          <a:xfrm>
            <a:off x="3699086" y="696686"/>
            <a:ext cx="1280160" cy="670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PRICE</a:t>
            </a:r>
          </a:p>
        </p:txBody>
      </p:sp>
      <p:sp>
        <p:nvSpPr>
          <p:cNvPr id="10" name="Double Brace 9">
            <a:extLst>
              <a:ext uri="{FF2B5EF4-FFF2-40B4-BE49-F238E27FC236}">
                <a16:creationId xmlns:a16="http://schemas.microsoft.com/office/drawing/2014/main" id="{93198152-8C28-A0DA-43DB-E05CFF4B1496}"/>
              </a:ext>
            </a:extLst>
          </p:cNvPr>
          <p:cNvSpPr/>
          <p:nvPr/>
        </p:nvSpPr>
        <p:spPr>
          <a:xfrm>
            <a:off x="2987502" y="2233745"/>
            <a:ext cx="2699657" cy="138701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DEVICEID</a:t>
            </a:r>
          </a:p>
          <a:p>
            <a:pPr algn="ctr"/>
            <a:r>
              <a:rPr lang="en-US" dirty="0"/>
              <a:t>VENDORID</a:t>
            </a:r>
          </a:p>
          <a:p>
            <a:pPr algn="ctr"/>
            <a:r>
              <a:rPr lang="en-US" dirty="0"/>
              <a:t>UPDATEDATE</a:t>
            </a:r>
          </a:p>
          <a:p>
            <a:pPr algn="ctr"/>
            <a:r>
              <a:rPr lang="en-US" dirty="0"/>
              <a:t>PRICE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E370FB-2AD4-36EF-87B5-C07462FB5A48}"/>
              </a:ext>
            </a:extLst>
          </p:cNvPr>
          <p:cNvSpPr/>
          <p:nvPr/>
        </p:nvSpPr>
        <p:spPr>
          <a:xfrm>
            <a:off x="871980" y="696686"/>
            <a:ext cx="1280160" cy="670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VENDOR</a:t>
            </a:r>
          </a:p>
        </p:txBody>
      </p:sp>
      <p:sp>
        <p:nvSpPr>
          <p:cNvPr id="12" name="Double Brace 11">
            <a:extLst>
              <a:ext uri="{FF2B5EF4-FFF2-40B4-BE49-F238E27FC236}">
                <a16:creationId xmlns:a16="http://schemas.microsoft.com/office/drawing/2014/main" id="{C1461209-70AB-E172-D830-18607C5350EB}"/>
              </a:ext>
            </a:extLst>
          </p:cNvPr>
          <p:cNvSpPr/>
          <p:nvPr/>
        </p:nvSpPr>
        <p:spPr>
          <a:xfrm>
            <a:off x="162231" y="2233745"/>
            <a:ext cx="2699657" cy="138701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VENDORID</a:t>
            </a:r>
          </a:p>
          <a:p>
            <a:pPr algn="ctr"/>
            <a:r>
              <a:rPr lang="en-US" dirty="0"/>
              <a:t>VENDORNAME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A7C344A-6054-E912-E99C-A355B1254D69}"/>
              </a:ext>
            </a:extLst>
          </p:cNvPr>
          <p:cNvCxnSpPr>
            <a:cxnSpLocks/>
            <a:stCxn id="4" idx="1"/>
            <a:endCxn id="9" idx="3"/>
          </p:cNvCxnSpPr>
          <p:nvPr/>
        </p:nvCxnSpPr>
        <p:spPr>
          <a:xfrm rot="10800000">
            <a:off x="4979246" y="1031967"/>
            <a:ext cx="1546946" cy="1"/>
          </a:xfrm>
          <a:prstGeom prst="bentConnector3">
            <a:avLst>
              <a:gd name="adj1" fmla="val 50000"/>
            </a:avLst>
          </a:prstGeom>
          <a:ln w="9525"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286A2D5-C3E0-272E-ED36-C2981C167491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2152140" y="1031966"/>
            <a:ext cx="1546946" cy="12700"/>
          </a:xfrm>
          <a:prstGeom prst="bentConnector3">
            <a:avLst>
              <a:gd name="adj1" fmla="val 50000"/>
            </a:avLst>
          </a:prstGeom>
          <a:ln w="9525"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F25989-B8A1-1EDB-4C11-6C6348A30E76}"/>
              </a:ext>
            </a:extLst>
          </p:cNvPr>
          <p:cNvSpPr/>
          <p:nvPr/>
        </p:nvSpPr>
        <p:spPr>
          <a:xfrm>
            <a:off x="9152024" y="4367344"/>
            <a:ext cx="1942011" cy="670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</a:t>
            </a:r>
          </a:p>
          <a:p>
            <a:pPr algn="ctr"/>
            <a:r>
              <a:rPr lang="en-US" dirty="0"/>
              <a:t>COLLITEMS</a:t>
            </a:r>
          </a:p>
        </p:txBody>
      </p:sp>
      <p:sp>
        <p:nvSpPr>
          <p:cNvPr id="23" name="Double Brace 22">
            <a:extLst>
              <a:ext uri="{FF2B5EF4-FFF2-40B4-BE49-F238E27FC236}">
                <a16:creationId xmlns:a16="http://schemas.microsoft.com/office/drawing/2014/main" id="{ED97DDAB-5F84-3BF0-C9B9-4FCD411AA5C8}"/>
              </a:ext>
            </a:extLst>
          </p:cNvPr>
          <p:cNvSpPr/>
          <p:nvPr/>
        </p:nvSpPr>
        <p:spPr>
          <a:xfrm>
            <a:off x="8773199" y="5368248"/>
            <a:ext cx="2699657" cy="915571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DEVICEID</a:t>
            </a:r>
          </a:p>
          <a:p>
            <a:pPr algn="ctr"/>
            <a:r>
              <a:rPr lang="en-US" dirty="0"/>
              <a:t>PRICE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DC8AECB-65A9-8048-C050-ABFB91D017F0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7036588" y="2587188"/>
            <a:ext cx="3670658" cy="560214"/>
          </a:xfrm>
          <a:prstGeom prst="bentConnector2">
            <a:avLst/>
          </a:prstGeom>
          <a:ln w="9525"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3EE3022-533B-BB34-04E2-B42149DDCFFF}"/>
              </a:ext>
            </a:extLst>
          </p:cNvPr>
          <p:cNvSpPr txBox="1"/>
          <p:nvPr/>
        </p:nvSpPr>
        <p:spPr>
          <a:xfrm>
            <a:off x="592183" y="5634446"/>
            <a:ext cx="3075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MANAGEMENT TABLES</a:t>
            </a:r>
          </a:p>
        </p:txBody>
      </p:sp>
    </p:spTree>
    <p:extLst>
      <p:ext uri="{BB962C8B-B14F-4D97-AF65-F5344CB8AC3E}">
        <p14:creationId xmlns:p14="http://schemas.microsoft.com/office/powerpoint/2010/main" val="1015542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B04256-AA62-90CB-00E6-AF64415540CA}"/>
              </a:ext>
            </a:extLst>
          </p:cNvPr>
          <p:cNvSpPr/>
          <p:nvPr/>
        </p:nvSpPr>
        <p:spPr>
          <a:xfrm>
            <a:off x="693453" y="505096"/>
            <a:ext cx="1637212" cy="7141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VENDOR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5E45A1-9871-D93B-F672-74F51A6DE50C}"/>
              </a:ext>
            </a:extLst>
          </p:cNvPr>
          <p:cNvSpPr txBox="1"/>
          <p:nvPr/>
        </p:nvSpPr>
        <p:spPr>
          <a:xfrm>
            <a:off x="748937" y="6148251"/>
            <a:ext cx="2897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UPLOADER MAPPING TABLES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261D9A-38AE-DA32-A14B-532BE4F7079C}"/>
              </a:ext>
            </a:extLst>
          </p:cNvPr>
          <p:cNvSpPr/>
          <p:nvPr/>
        </p:nvSpPr>
        <p:spPr>
          <a:xfrm>
            <a:off x="3783874" y="505097"/>
            <a:ext cx="1637212" cy="7141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PRICE</a:t>
            </a:r>
          </a:p>
          <a:p>
            <a:pPr algn="ctr"/>
            <a:r>
              <a:rPr lang="en-US" dirty="0"/>
              <a:t>MAPPING</a:t>
            </a:r>
          </a:p>
        </p:txBody>
      </p:sp>
      <p:sp>
        <p:nvSpPr>
          <p:cNvPr id="7" name="Double Brace 6">
            <a:extLst>
              <a:ext uri="{FF2B5EF4-FFF2-40B4-BE49-F238E27FC236}">
                <a16:creationId xmlns:a16="http://schemas.microsoft.com/office/drawing/2014/main" id="{9F23B248-36E0-73D4-CDC4-EAF665A8216A}"/>
              </a:ext>
            </a:extLst>
          </p:cNvPr>
          <p:cNvSpPr/>
          <p:nvPr/>
        </p:nvSpPr>
        <p:spPr>
          <a:xfrm>
            <a:off x="162230" y="1603207"/>
            <a:ext cx="2699657" cy="138701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VENDORID</a:t>
            </a:r>
          </a:p>
          <a:p>
            <a:pPr algn="ctr"/>
            <a:r>
              <a:rPr lang="en-US" dirty="0"/>
              <a:t>VENDORNAME</a:t>
            </a:r>
          </a:p>
        </p:txBody>
      </p:sp>
      <p:sp>
        <p:nvSpPr>
          <p:cNvPr id="8" name="Double Brace 7">
            <a:extLst>
              <a:ext uri="{FF2B5EF4-FFF2-40B4-BE49-F238E27FC236}">
                <a16:creationId xmlns:a16="http://schemas.microsoft.com/office/drawing/2014/main" id="{FAC39961-9196-FB05-54E6-C20FF293C1DE}"/>
              </a:ext>
            </a:extLst>
          </p:cNvPr>
          <p:cNvSpPr/>
          <p:nvPr/>
        </p:nvSpPr>
        <p:spPr>
          <a:xfrm>
            <a:off x="3252651" y="1540239"/>
            <a:ext cx="2699657" cy="144998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VENDORID</a:t>
            </a:r>
          </a:p>
          <a:p>
            <a:pPr algn="ctr"/>
            <a:r>
              <a:rPr lang="en-US" dirty="0"/>
              <a:t>PARTNOCOL</a:t>
            </a:r>
          </a:p>
          <a:p>
            <a:pPr algn="ctr"/>
            <a:r>
              <a:rPr lang="en-US" dirty="0"/>
              <a:t>DEVICENAMECOLL</a:t>
            </a:r>
          </a:p>
          <a:p>
            <a:pPr algn="ctr"/>
            <a:r>
              <a:rPr lang="en-US" dirty="0"/>
              <a:t>PRICECOLL</a:t>
            </a:r>
          </a:p>
        </p:txBody>
      </p:sp>
    </p:spTree>
    <p:extLst>
      <p:ext uri="{BB962C8B-B14F-4D97-AF65-F5344CB8AC3E}">
        <p14:creationId xmlns:p14="http://schemas.microsoft.com/office/powerpoint/2010/main" val="4162708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38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smc xqgn</dc:creator>
  <cp:lastModifiedBy>smc xqgn</cp:lastModifiedBy>
  <cp:revision>11</cp:revision>
  <dcterms:created xsi:type="dcterms:W3CDTF">2025-11-04T11:07:38Z</dcterms:created>
  <dcterms:modified xsi:type="dcterms:W3CDTF">2025-11-04T15:12:44Z</dcterms:modified>
</cp:coreProperties>
</file>