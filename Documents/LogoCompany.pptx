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A070B-4238-0601-C588-0DDB7F85C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CBC1E-386C-43E6-4E4F-226CA260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F62B8-8C8A-D81C-8CC5-5CA2D488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3AE8-1A74-9DF9-B93F-A842C211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32A0-6085-A692-7615-E2512405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1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013A-C964-1572-046D-81C69CBA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F435F-7476-FDC7-9E9C-DB7630296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773FC-DC61-3D1F-4DBF-1EAF8C7F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16429-0016-0CB2-F627-3DDE437B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A60C6-E25D-9E63-84B4-CDEDAF35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2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A229-FFEF-77B7-5654-5456EF5ED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CB426-8DDF-BD22-66C7-6ECAA3B4B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0A9B-45E3-3CF6-8325-159D8111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E7D2-B71D-D399-5705-E243ADB3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F3B6-3729-85C2-09E7-178667AB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1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95EA-1534-700E-647A-07BEF439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B8630-319B-A192-2279-A2D1AFCCB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23778-DB53-E244-44A9-D9A6D616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0885F-9E46-E325-5814-B15DF429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000A2-00FE-842F-0653-F508411B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82EDA-A713-5170-89DD-4730FB1C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814D-0DE1-EB44-9C6C-BDCD250C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B0F73-FDAB-3C25-F766-86AAA891F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E524F-87A3-EEC4-E502-C096A2D1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6D00E-70D2-4F62-0B25-F7ABAD11B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EC454-73D0-D772-BA6D-4BE39A614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CD0C5-09E5-F5D0-8046-FFAC10B8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0939D-E419-273E-6F84-2E088A9F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AF1B-293F-F359-0D26-FDA4A5DE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7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9F27-CF0E-AF44-4CEF-D7A46F8F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5918D-BF85-C5EC-98B1-7807AD68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771E6-4A95-65C5-98D8-331CA2EEB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1EA83-182C-4520-44F3-D570691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50FAB-7ED5-3D6D-9892-A59FA3E73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0EED6-4E33-6D92-D16F-F4B31A70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C34AF-8705-177E-5199-34A3C340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1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743A5-48D2-929F-5A18-7373F40D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DE60-DFC6-ADC1-5958-2A9856D9E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16FA5-9F0C-E86E-7AF8-407A6E08D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68E41-BC00-754B-BFCD-3980D83F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B0BE2-3B34-5970-1857-318EB3A77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5C743-FFD5-7CA3-0150-91928EDF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4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F708-31EF-CC7D-A9BB-17E6198F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E7089-1263-CB91-388E-BD3B16B36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A34C4-007B-BD11-6115-C86F401D8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3637E-81AC-5CF2-2E80-2E832739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0E3FB-329C-2C79-76B5-E4066F37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17EB3-451C-A82D-E2E0-2A956B36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8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8E7E-AF7F-25F2-A230-CE3B7DC86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DC810-079B-C9A5-8EE2-DC83DC24F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368E0-DD21-78D1-691A-5A9DAD1D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FCFB0-877C-61DA-93D5-8D5775E3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A77B-41A1-474C-7980-BFAE1D54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4147D-DF99-528B-3BE4-03DF18135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E485A-FDDA-3C91-5E0A-9A05AFE1D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8821-6EB1-B8D6-E37D-AB618414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7CD94-0717-D4C7-D991-E584A4A8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C6E4E-3718-449E-FAED-43303C12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1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B9EB2-06CA-7A7D-8188-F7E3C6C3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DDA8C-4346-0F23-C822-881FA2911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BAC96-EEC7-6846-D9D6-63E26DFB0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DE1E4-1A45-4D03-A4BC-9ADEE2A815EF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38147-D1BE-B3CC-FAE8-1DE71514B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50812-350A-8838-1C79-46A322B72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1C6D8-DCE6-4C68-BE3F-0B8E6E28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359CA2-2BC5-4535-8116-A425E5E06562}"/>
              </a:ext>
            </a:extLst>
          </p:cNvPr>
          <p:cNvSpPr/>
          <p:nvPr/>
        </p:nvSpPr>
        <p:spPr>
          <a:xfrm>
            <a:off x="571684" y="633438"/>
            <a:ext cx="3193503" cy="156966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SMC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B92AA-6C4A-2598-BC78-B3A81FAF7F9B}"/>
              </a:ext>
            </a:extLst>
          </p:cNvPr>
          <p:cNvSpPr/>
          <p:nvPr/>
        </p:nvSpPr>
        <p:spPr>
          <a:xfrm>
            <a:off x="4601840" y="633438"/>
            <a:ext cx="2988319" cy="156966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ALN</a:t>
            </a:r>
          </a:p>
        </p:txBody>
      </p:sp>
    </p:spTree>
    <p:extLst>
      <p:ext uri="{BB962C8B-B14F-4D97-AF65-F5344CB8AC3E}">
        <p14:creationId xmlns:p14="http://schemas.microsoft.com/office/powerpoint/2010/main" val="160131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yogi samsudin</dc:creator>
  <cp:lastModifiedBy>yogi samsudin</cp:lastModifiedBy>
  <cp:revision>2</cp:revision>
  <dcterms:created xsi:type="dcterms:W3CDTF">2025-04-07T09:12:37Z</dcterms:created>
  <dcterms:modified xsi:type="dcterms:W3CDTF">2025-04-07T10:08:22Z</dcterms:modified>
</cp:coreProperties>
</file>